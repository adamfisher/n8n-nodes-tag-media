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6"/>
  </p:notesMasterIdLst>
  <p:sldIdLst>
    <p:sldId id="256" r:id="rId3"/>
    <p:sldId id="257" r:id="rId4"/>
    <p:sldId id="258" r:id="rId5"/>
  </p:sldIdLst>
  <p:sldSz cx="10080625" cy="7559675"/>
  <p:notesSz cx="7559675" cy="10691813"/>
  <p:defaultTextStyle>
    <a:defPPr>
      <a:defRPr lang="en-GB"/>
    </a:defPPr>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5pPr>
    <a:lvl6pPr marL="2286000" algn="l" defTabSz="914400" rtl="0" eaLnBrk="1" latinLnBrk="0" hangingPunct="1">
      <a:defRPr kern="1200">
        <a:solidFill>
          <a:schemeClr val="tx1"/>
        </a:solidFill>
        <a:latin typeface="Arial" panose="020B0604020202020204" pitchFamily="34" charset="0"/>
        <a:ea typeface="+mn-ea"/>
        <a:cs typeface="Droid Sans Fallback" charset="0"/>
      </a:defRPr>
    </a:lvl6pPr>
    <a:lvl7pPr marL="2743200" algn="l" defTabSz="914400" rtl="0" eaLnBrk="1" latinLnBrk="0" hangingPunct="1">
      <a:defRPr kern="1200">
        <a:solidFill>
          <a:schemeClr val="tx1"/>
        </a:solidFill>
        <a:latin typeface="Arial" panose="020B0604020202020204" pitchFamily="34" charset="0"/>
        <a:ea typeface="+mn-ea"/>
        <a:cs typeface="Droid Sans Fallback" charset="0"/>
      </a:defRPr>
    </a:lvl7pPr>
    <a:lvl8pPr marL="3200400" algn="l" defTabSz="914400" rtl="0" eaLnBrk="1" latinLnBrk="0" hangingPunct="1">
      <a:defRPr kern="1200">
        <a:solidFill>
          <a:schemeClr val="tx1"/>
        </a:solidFill>
        <a:latin typeface="Arial" panose="020B0604020202020204" pitchFamily="34" charset="0"/>
        <a:ea typeface="+mn-ea"/>
        <a:cs typeface="Droid Sans Fallback" charset="0"/>
      </a:defRPr>
    </a:lvl8pPr>
    <a:lvl9pPr marL="3657600" algn="l" defTabSz="914400" rtl="0" eaLnBrk="1" latinLnBrk="0" hangingPunct="1">
      <a:defRPr kern="1200">
        <a:solidFill>
          <a:schemeClr val="tx1"/>
        </a:solidFill>
        <a:latin typeface="Arial" panose="020B0604020202020204" pitchFamily="34" charset="0"/>
        <a:ea typeface="+mn-ea"/>
        <a:cs typeface="Droid Sans Fallback"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788" y="90"/>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49FE07CA-7E3B-9858-96F1-8E730E09E17C}"/>
              </a:ext>
            </a:extLst>
          </p:cNvPr>
          <p:cNvSpPr>
            <a:spLocks noGrp="1" noChangeArrowheads="1"/>
          </p:cNvSpPr>
          <p:nvPr>
            <p:ph type="sldImg"/>
          </p:nvPr>
        </p:nvSpPr>
        <p:spPr bwMode="auto">
          <a:xfrm>
            <a:off x="1484313" y="900113"/>
            <a:ext cx="4587875" cy="344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4" name="Rectangle 2">
            <a:extLst>
              <a:ext uri="{FF2B5EF4-FFF2-40B4-BE49-F238E27FC236}">
                <a16:creationId xmlns:a16="http://schemas.microsoft.com/office/drawing/2014/main" id="{B15E0E32-73BE-50BE-1E53-F232606322B5}"/>
              </a:ext>
            </a:extLst>
          </p:cNvPr>
          <p:cNvSpPr>
            <a:spLocks noGrp="1" noChangeArrowheads="1"/>
          </p:cNvSpPr>
          <p:nvPr>
            <p:ph type="body"/>
          </p:nvPr>
        </p:nvSpPr>
        <p:spPr bwMode="auto">
          <a:xfrm>
            <a:off x="720725" y="4679950"/>
            <a:ext cx="6118225" cy="503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3075" name="Rectangle 3">
            <a:extLst>
              <a:ext uri="{FF2B5EF4-FFF2-40B4-BE49-F238E27FC236}">
                <a16:creationId xmlns:a16="http://schemas.microsoft.com/office/drawing/2014/main" id="{84CC5295-BF20-B418-B338-6D3D2B1D7D0A}"/>
              </a:ext>
            </a:extLst>
          </p:cNvPr>
          <p:cNvSpPr>
            <a:spLocks noGrp="1" noChangeArrowheads="1"/>
          </p:cNvSpPr>
          <p:nvPr>
            <p:ph type="hdr"/>
          </p:nvPr>
        </p:nvSpPr>
        <p:spPr bwMode="auto">
          <a:xfrm>
            <a:off x="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6" name="Rectangle 4">
            <a:extLst>
              <a:ext uri="{FF2B5EF4-FFF2-40B4-BE49-F238E27FC236}">
                <a16:creationId xmlns:a16="http://schemas.microsoft.com/office/drawing/2014/main" id="{421BDC96-A4B0-B972-73D2-09106A1025F5}"/>
              </a:ext>
            </a:extLst>
          </p:cNvPr>
          <p:cNvSpPr>
            <a:spLocks noGrp="1" noChangeArrowheads="1"/>
          </p:cNvSpPr>
          <p:nvPr>
            <p:ph type="dt"/>
          </p:nvPr>
        </p:nvSpPr>
        <p:spPr bwMode="auto">
          <a:xfrm>
            <a:off x="427990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7" name="Rectangle 5">
            <a:extLst>
              <a:ext uri="{FF2B5EF4-FFF2-40B4-BE49-F238E27FC236}">
                <a16:creationId xmlns:a16="http://schemas.microsoft.com/office/drawing/2014/main" id="{9E200284-398E-452C-2CB6-868809E45695}"/>
              </a:ext>
            </a:extLst>
          </p:cNvPr>
          <p:cNvSpPr>
            <a:spLocks noGrp="1" noChangeArrowheads="1"/>
          </p:cNvSpPr>
          <p:nvPr>
            <p:ph type="ftr"/>
          </p:nvPr>
        </p:nvSpPr>
        <p:spPr bwMode="auto">
          <a:xfrm>
            <a:off x="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8" name="Rectangle 6">
            <a:extLst>
              <a:ext uri="{FF2B5EF4-FFF2-40B4-BE49-F238E27FC236}">
                <a16:creationId xmlns:a16="http://schemas.microsoft.com/office/drawing/2014/main" id="{379B45F3-9FFF-4FC1-6D33-2C05EE10D163}"/>
              </a:ext>
            </a:extLst>
          </p:cNvPr>
          <p:cNvSpPr>
            <a:spLocks noGrp="1" noChangeArrowheads="1"/>
          </p:cNvSpPr>
          <p:nvPr>
            <p:ph type="sldNum"/>
          </p:nvPr>
        </p:nvSpPr>
        <p:spPr bwMode="auto">
          <a:xfrm>
            <a:off x="427990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fld id="{17A538F9-1413-42B1-B7C5-29C18353809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D96ECD49-C403-114F-11B3-37B6E266C9ED}"/>
              </a:ext>
            </a:extLst>
          </p:cNvPr>
          <p:cNvSpPr>
            <a:spLocks noGrp="1" noChangeArrowheads="1"/>
          </p:cNvSpPr>
          <p:nvPr>
            <p:ph type="sldNum"/>
          </p:nvPr>
        </p:nvSpPr>
        <p:spPr>
          <a:ln/>
        </p:spPr>
        <p:txBody>
          <a:bodyPr/>
          <a:lstStyle/>
          <a:p>
            <a:fld id="{37A17A08-115D-44CB-AFF8-B8C3D5B701B8}" type="slidenum">
              <a:rPr lang="en-US" altLang="en-US"/>
              <a:pPr/>
              <a:t>1</a:t>
            </a:fld>
            <a:endParaRPr lang="en-US" altLang="en-US"/>
          </a:p>
        </p:txBody>
      </p:sp>
      <p:sp>
        <p:nvSpPr>
          <p:cNvPr id="7169" name="Rectangle 1">
            <a:extLst>
              <a:ext uri="{FF2B5EF4-FFF2-40B4-BE49-F238E27FC236}">
                <a16:creationId xmlns:a16="http://schemas.microsoft.com/office/drawing/2014/main" id="{A95EF932-B3D2-7F01-5655-4AE1B0E0026A}"/>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0" name="Rectangle 2">
            <a:extLst>
              <a:ext uri="{FF2B5EF4-FFF2-40B4-BE49-F238E27FC236}">
                <a16:creationId xmlns:a16="http://schemas.microsoft.com/office/drawing/2014/main" id="{309CE530-2A1C-118C-1F4F-3AC5B39BDBE6}"/>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24EAAB2-5B65-29B6-3AA0-635F0C2A9E53}"/>
              </a:ext>
            </a:extLst>
          </p:cNvPr>
          <p:cNvSpPr>
            <a:spLocks noGrp="1" noChangeArrowheads="1"/>
          </p:cNvSpPr>
          <p:nvPr>
            <p:ph type="sldNum"/>
          </p:nvPr>
        </p:nvSpPr>
        <p:spPr>
          <a:ln/>
        </p:spPr>
        <p:txBody>
          <a:bodyPr/>
          <a:lstStyle/>
          <a:p>
            <a:fld id="{0C950124-1718-4E61-B633-87526AD2ED23}" type="slidenum">
              <a:rPr lang="en-US" altLang="en-US"/>
              <a:pPr/>
              <a:t>2</a:t>
            </a:fld>
            <a:endParaRPr lang="en-US" altLang="en-US"/>
          </a:p>
        </p:txBody>
      </p:sp>
      <p:sp>
        <p:nvSpPr>
          <p:cNvPr id="8193" name="Rectangle 1">
            <a:extLst>
              <a:ext uri="{FF2B5EF4-FFF2-40B4-BE49-F238E27FC236}">
                <a16:creationId xmlns:a16="http://schemas.microsoft.com/office/drawing/2014/main" id="{F4E9F7B4-E1C5-1ADA-17E8-2547283CF33F}"/>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4" name="Rectangle 2">
            <a:extLst>
              <a:ext uri="{FF2B5EF4-FFF2-40B4-BE49-F238E27FC236}">
                <a16:creationId xmlns:a16="http://schemas.microsoft.com/office/drawing/2014/main" id="{78509172-23A1-C87B-08A5-4525B56E51B7}"/>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EB9E840-11B9-748F-E715-74BA30C929F8}"/>
              </a:ext>
            </a:extLst>
          </p:cNvPr>
          <p:cNvSpPr>
            <a:spLocks noGrp="1" noChangeArrowheads="1"/>
          </p:cNvSpPr>
          <p:nvPr>
            <p:ph type="sldNum"/>
          </p:nvPr>
        </p:nvSpPr>
        <p:spPr>
          <a:ln/>
        </p:spPr>
        <p:txBody>
          <a:bodyPr/>
          <a:lstStyle/>
          <a:p>
            <a:fld id="{AA6D1493-93D2-4EF8-BFAE-B36E96F6F757}" type="slidenum">
              <a:rPr lang="en-US" altLang="en-US"/>
              <a:pPr/>
              <a:t>3</a:t>
            </a:fld>
            <a:endParaRPr lang="en-US" altLang="en-US"/>
          </a:p>
        </p:txBody>
      </p:sp>
      <p:sp>
        <p:nvSpPr>
          <p:cNvPr id="9217" name="Rectangle 1">
            <a:extLst>
              <a:ext uri="{FF2B5EF4-FFF2-40B4-BE49-F238E27FC236}">
                <a16:creationId xmlns:a16="http://schemas.microsoft.com/office/drawing/2014/main" id="{EEB2F03F-B6BC-D9EF-0785-D426FA0B4BA8}"/>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8" name="Rectangle 2">
            <a:extLst>
              <a:ext uri="{FF2B5EF4-FFF2-40B4-BE49-F238E27FC236}">
                <a16:creationId xmlns:a16="http://schemas.microsoft.com/office/drawing/2014/main" id="{8EB3A53D-9E90-840E-02FD-F65E1D6CB458}"/>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FCBC1-33F7-C92A-79A0-D69F4C0833AC}"/>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C5C54B-DF57-7F34-01B2-698B3F1CB2B0}"/>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6DD345-E5D8-DFD6-6067-4AD76CD30F92}"/>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F41F889-CEA1-38EE-D5E7-5B9CB0CD5F94}"/>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62DA2E2-97F9-1F7B-5AEE-CC0CA8D59C01}"/>
              </a:ext>
            </a:extLst>
          </p:cNvPr>
          <p:cNvSpPr>
            <a:spLocks noGrp="1"/>
          </p:cNvSpPr>
          <p:nvPr>
            <p:ph type="sldNum" idx="12"/>
          </p:nvPr>
        </p:nvSpPr>
        <p:spPr/>
        <p:txBody>
          <a:bodyPr/>
          <a:lstStyle>
            <a:lvl1pPr>
              <a:defRPr/>
            </a:lvl1pPr>
          </a:lstStyle>
          <a:p>
            <a:fld id="{F5AFBE7F-385C-492D-93CD-CDE596AB021D}" type="slidenum">
              <a:rPr lang="en-US" altLang="en-US"/>
              <a:pPr/>
              <a:t>‹#›</a:t>
            </a:fld>
            <a:endParaRPr lang="en-US" altLang="en-US"/>
          </a:p>
        </p:txBody>
      </p:sp>
    </p:spTree>
    <p:extLst>
      <p:ext uri="{BB962C8B-B14F-4D97-AF65-F5344CB8AC3E}">
        <p14:creationId xmlns:p14="http://schemas.microsoft.com/office/powerpoint/2010/main" val="1211828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C7985-EE94-9552-A78E-2880B8E116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A2BAFA-C615-7633-92A1-07200FA0AF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884AA5-61F1-A892-F9B0-7DCAFC4360BC}"/>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68648E4-EA0A-7DC5-6CF9-141455C1F800}"/>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D67BDB7B-5C5E-CB6B-F9D5-56134D6A46B6}"/>
              </a:ext>
            </a:extLst>
          </p:cNvPr>
          <p:cNvSpPr>
            <a:spLocks noGrp="1"/>
          </p:cNvSpPr>
          <p:nvPr>
            <p:ph type="sldNum" idx="12"/>
          </p:nvPr>
        </p:nvSpPr>
        <p:spPr/>
        <p:txBody>
          <a:bodyPr/>
          <a:lstStyle>
            <a:lvl1pPr>
              <a:defRPr/>
            </a:lvl1pPr>
          </a:lstStyle>
          <a:p>
            <a:fld id="{3C32ADF9-AD91-4371-8FA4-CC6E0C55655C}" type="slidenum">
              <a:rPr lang="en-US" altLang="en-US"/>
              <a:pPr/>
              <a:t>‹#›</a:t>
            </a:fld>
            <a:endParaRPr lang="en-US" altLang="en-US"/>
          </a:p>
        </p:txBody>
      </p:sp>
    </p:spTree>
    <p:extLst>
      <p:ext uri="{BB962C8B-B14F-4D97-AF65-F5344CB8AC3E}">
        <p14:creationId xmlns:p14="http://schemas.microsoft.com/office/powerpoint/2010/main" val="3188576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57767-0002-E3F1-12E2-BBE0F61E8ACF}"/>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6B3F70-8C0B-A5ED-11EE-1C0EDAFB5614}"/>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501A3918-5EDA-9594-E2BC-A49C509A67D3}"/>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8A871E3-675D-1D2D-CB4D-D5EB35530D2C}"/>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C8F5B8D-8237-2555-CA24-B93AC23626D9}"/>
              </a:ext>
            </a:extLst>
          </p:cNvPr>
          <p:cNvSpPr>
            <a:spLocks noGrp="1"/>
          </p:cNvSpPr>
          <p:nvPr>
            <p:ph type="sldNum" idx="12"/>
          </p:nvPr>
        </p:nvSpPr>
        <p:spPr/>
        <p:txBody>
          <a:bodyPr/>
          <a:lstStyle>
            <a:lvl1pPr>
              <a:defRPr/>
            </a:lvl1pPr>
          </a:lstStyle>
          <a:p>
            <a:fld id="{9FC1A522-F1E3-4A6A-8780-6E719668B7D5}" type="slidenum">
              <a:rPr lang="en-US" altLang="en-US"/>
              <a:pPr/>
              <a:t>‹#›</a:t>
            </a:fld>
            <a:endParaRPr lang="en-US" altLang="en-US"/>
          </a:p>
        </p:txBody>
      </p:sp>
    </p:spTree>
    <p:extLst>
      <p:ext uri="{BB962C8B-B14F-4D97-AF65-F5344CB8AC3E}">
        <p14:creationId xmlns:p14="http://schemas.microsoft.com/office/powerpoint/2010/main" val="239225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80BC8-049B-E639-855C-35C9BA9748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9C53E4-00E1-10DD-FCBA-CCFB14B6AA80}"/>
              </a:ext>
            </a:extLst>
          </p:cNvPr>
          <p:cNvSpPr>
            <a:spLocks noGrp="1"/>
          </p:cNvSpPr>
          <p:nvPr>
            <p:ph sz="half" idx="1"/>
          </p:nvPr>
        </p:nvSpPr>
        <p:spPr>
          <a:xfrm>
            <a:off x="503238" y="1768475"/>
            <a:ext cx="4457700"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49F93C-9481-6423-4F7D-79810CA24354}"/>
              </a:ext>
            </a:extLst>
          </p:cNvPr>
          <p:cNvSpPr>
            <a:spLocks noGrp="1"/>
          </p:cNvSpPr>
          <p:nvPr>
            <p:ph sz="half" idx="2"/>
          </p:nvPr>
        </p:nvSpPr>
        <p:spPr>
          <a:xfrm>
            <a:off x="5113338" y="176847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67665D-93D0-06F8-2619-8D34AFEB7B14}"/>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BB2234B-E95D-07BE-A2FE-0890210CDD30}"/>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CB981396-CEE5-03C1-8739-7B304012B548}"/>
              </a:ext>
            </a:extLst>
          </p:cNvPr>
          <p:cNvSpPr>
            <a:spLocks noGrp="1"/>
          </p:cNvSpPr>
          <p:nvPr>
            <p:ph type="sldNum" idx="12"/>
          </p:nvPr>
        </p:nvSpPr>
        <p:spPr/>
        <p:txBody>
          <a:bodyPr/>
          <a:lstStyle>
            <a:lvl1pPr>
              <a:defRPr/>
            </a:lvl1pPr>
          </a:lstStyle>
          <a:p>
            <a:fld id="{0612431D-2980-44FE-BB7D-137339DD8379}" type="slidenum">
              <a:rPr lang="en-US" altLang="en-US"/>
              <a:pPr/>
              <a:t>‹#›</a:t>
            </a:fld>
            <a:endParaRPr lang="en-US" altLang="en-US"/>
          </a:p>
        </p:txBody>
      </p:sp>
    </p:spTree>
    <p:extLst>
      <p:ext uri="{BB962C8B-B14F-4D97-AF65-F5344CB8AC3E}">
        <p14:creationId xmlns:p14="http://schemas.microsoft.com/office/powerpoint/2010/main" val="3190623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F7649-78B9-E46C-A30A-8619B8D393A3}"/>
              </a:ext>
            </a:extLst>
          </p:cNvPr>
          <p:cNvSpPr>
            <a:spLocks noGrp="1"/>
          </p:cNvSpPr>
          <p:nvPr>
            <p:ph type="title"/>
          </p:nvPr>
        </p:nvSpPr>
        <p:spPr>
          <a:xfrm>
            <a:off x="693738" y="403225"/>
            <a:ext cx="8694737" cy="14605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F5D32A-FBAA-9425-3F3B-7FF7C12DF3C3}"/>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B6C167-5AD3-B01B-691C-544D4330CBBB}"/>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9C38F7-1F8E-595F-EF03-899F9BA5FC4F}"/>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78EE3F-5744-D38A-55F1-76315F5FDCE3}"/>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477511-52F3-5FCA-71C9-E7E5154F4D88}"/>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F4A82D52-64D2-0A70-D87F-1BEDC24EB0A8}"/>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969CF758-4A4C-FCAF-E835-9CEC0733F3E2}"/>
              </a:ext>
            </a:extLst>
          </p:cNvPr>
          <p:cNvSpPr>
            <a:spLocks noGrp="1"/>
          </p:cNvSpPr>
          <p:nvPr>
            <p:ph type="sldNum" idx="12"/>
          </p:nvPr>
        </p:nvSpPr>
        <p:spPr/>
        <p:txBody>
          <a:bodyPr/>
          <a:lstStyle>
            <a:lvl1pPr>
              <a:defRPr/>
            </a:lvl1pPr>
          </a:lstStyle>
          <a:p>
            <a:fld id="{88A740CB-AC38-4F8F-AF8C-E4BD826D5133}" type="slidenum">
              <a:rPr lang="en-US" altLang="en-US"/>
              <a:pPr/>
              <a:t>‹#›</a:t>
            </a:fld>
            <a:endParaRPr lang="en-US" altLang="en-US"/>
          </a:p>
        </p:txBody>
      </p:sp>
    </p:spTree>
    <p:extLst>
      <p:ext uri="{BB962C8B-B14F-4D97-AF65-F5344CB8AC3E}">
        <p14:creationId xmlns:p14="http://schemas.microsoft.com/office/powerpoint/2010/main" val="3803320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5A4F-4280-9D02-90AF-69E70CBFB2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9957E1-44A4-4F7C-D665-F96C591B15C3}"/>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2EA8F425-A3A6-D720-1D3A-65FC91514292}"/>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89CD832-C41F-33D1-6B67-45012D9D5B9C}"/>
              </a:ext>
            </a:extLst>
          </p:cNvPr>
          <p:cNvSpPr>
            <a:spLocks noGrp="1"/>
          </p:cNvSpPr>
          <p:nvPr>
            <p:ph type="sldNum" idx="12"/>
          </p:nvPr>
        </p:nvSpPr>
        <p:spPr/>
        <p:txBody>
          <a:bodyPr/>
          <a:lstStyle>
            <a:lvl1pPr>
              <a:defRPr/>
            </a:lvl1pPr>
          </a:lstStyle>
          <a:p>
            <a:fld id="{CE4CCE63-8C54-4D91-AB44-7FA6803C1212}" type="slidenum">
              <a:rPr lang="en-US" altLang="en-US"/>
              <a:pPr/>
              <a:t>‹#›</a:t>
            </a:fld>
            <a:endParaRPr lang="en-US" altLang="en-US"/>
          </a:p>
        </p:txBody>
      </p:sp>
    </p:spTree>
    <p:extLst>
      <p:ext uri="{BB962C8B-B14F-4D97-AF65-F5344CB8AC3E}">
        <p14:creationId xmlns:p14="http://schemas.microsoft.com/office/powerpoint/2010/main" val="730903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72F6C7-2663-A24C-76A5-1FC8EDC11E22}"/>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FACEC8DC-BB18-85F3-D852-28E1B56AB956}"/>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4E8575E4-020D-F202-0E7E-511EA475D14F}"/>
              </a:ext>
            </a:extLst>
          </p:cNvPr>
          <p:cNvSpPr>
            <a:spLocks noGrp="1"/>
          </p:cNvSpPr>
          <p:nvPr>
            <p:ph type="sldNum" idx="12"/>
          </p:nvPr>
        </p:nvSpPr>
        <p:spPr/>
        <p:txBody>
          <a:bodyPr/>
          <a:lstStyle>
            <a:lvl1pPr>
              <a:defRPr/>
            </a:lvl1pPr>
          </a:lstStyle>
          <a:p>
            <a:fld id="{C6B09FFF-D28C-490B-A04B-FAE7B673DB00}" type="slidenum">
              <a:rPr lang="en-US" altLang="en-US"/>
              <a:pPr/>
              <a:t>‹#›</a:t>
            </a:fld>
            <a:endParaRPr lang="en-US" altLang="en-US"/>
          </a:p>
        </p:txBody>
      </p:sp>
    </p:spTree>
    <p:extLst>
      <p:ext uri="{BB962C8B-B14F-4D97-AF65-F5344CB8AC3E}">
        <p14:creationId xmlns:p14="http://schemas.microsoft.com/office/powerpoint/2010/main" val="4117862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37B83-9525-5DEF-9D60-C054D10B3D04}"/>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B310B3-8B07-8D11-082C-6B400A7DD935}"/>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03918D-29A6-B7BF-B1D6-0E5EB72565D0}"/>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114AD-9DBE-C118-0101-1F9091DD09A0}"/>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4220096-9046-1FE1-556C-BEC888639AF2}"/>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9A7CD97-CD80-FF3B-C92D-638C72CA198D}"/>
              </a:ext>
            </a:extLst>
          </p:cNvPr>
          <p:cNvSpPr>
            <a:spLocks noGrp="1"/>
          </p:cNvSpPr>
          <p:nvPr>
            <p:ph type="sldNum" idx="12"/>
          </p:nvPr>
        </p:nvSpPr>
        <p:spPr/>
        <p:txBody>
          <a:bodyPr/>
          <a:lstStyle>
            <a:lvl1pPr>
              <a:defRPr/>
            </a:lvl1pPr>
          </a:lstStyle>
          <a:p>
            <a:fld id="{F95ED6B1-1CB3-404D-90AC-E4474D4DFA95}" type="slidenum">
              <a:rPr lang="en-US" altLang="en-US"/>
              <a:pPr/>
              <a:t>‹#›</a:t>
            </a:fld>
            <a:endParaRPr lang="en-US" altLang="en-US"/>
          </a:p>
        </p:txBody>
      </p:sp>
    </p:spTree>
    <p:extLst>
      <p:ext uri="{BB962C8B-B14F-4D97-AF65-F5344CB8AC3E}">
        <p14:creationId xmlns:p14="http://schemas.microsoft.com/office/powerpoint/2010/main" val="3958109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6C0A9-483E-2C3A-3548-39E3C9828699}"/>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C208C2-3E25-8487-BACF-AD952406C957}"/>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60AA52-77DD-C538-0D86-DD6A2F1EAB70}"/>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C0ACA9-A709-EE9A-D670-065C7AAB991C}"/>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1CCED703-B37D-DFCA-9C90-92DDD9114D06}"/>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18E053D-2823-868A-36F1-ABF483804F08}"/>
              </a:ext>
            </a:extLst>
          </p:cNvPr>
          <p:cNvSpPr>
            <a:spLocks noGrp="1"/>
          </p:cNvSpPr>
          <p:nvPr>
            <p:ph type="sldNum" idx="12"/>
          </p:nvPr>
        </p:nvSpPr>
        <p:spPr/>
        <p:txBody>
          <a:bodyPr/>
          <a:lstStyle>
            <a:lvl1pPr>
              <a:defRPr/>
            </a:lvl1pPr>
          </a:lstStyle>
          <a:p>
            <a:fld id="{7BB3BD00-00FD-4CC7-A4C2-AAFBACB4906C}" type="slidenum">
              <a:rPr lang="en-US" altLang="en-US"/>
              <a:pPr/>
              <a:t>‹#›</a:t>
            </a:fld>
            <a:endParaRPr lang="en-US" altLang="en-US"/>
          </a:p>
        </p:txBody>
      </p:sp>
    </p:spTree>
    <p:extLst>
      <p:ext uri="{BB962C8B-B14F-4D97-AF65-F5344CB8AC3E}">
        <p14:creationId xmlns:p14="http://schemas.microsoft.com/office/powerpoint/2010/main" val="3929310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C3F9-3AD7-D8A3-BAAA-8495A04F9D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CE7537-42AC-48E3-F104-7596E4B887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6AB7E3-79E0-FA23-0737-B067DE147EC9}"/>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FFA6C35-E67D-DD12-4EB9-9E15B5E04754}"/>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05B024D-F62C-2576-2CE7-59F2134005CD}"/>
              </a:ext>
            </a:extLst>
          </p:cNvPr>
          <p:cNvSpPr>
            <a:spLocks noGrp="1"/>
          </p:cNvSpPr>
          <p:nvPr>
            <p:ph type="sldNum" idx="12"/>
          </p:nvPr>
        </p:nvSpPr>
        <p:spPr/>
        <p:txBody>
          <a:bodyPr/>
          <a:lstStyle>
            <a:lvl1pPr>
              <a:defRPr/>
            </a:lvl1pPr>
          </a:lstStyle>
          <a:p>
            <a:fld id="{A83BBFC8-2B36-418D-A925-0392EE44018B}" type="slidenum">
              <a:rPr lang="en-US" altLang="en-US"/>
              <a:pPr/>
              <a:t>‹#›</a:t>
            </a:fld>
            <a:endParaRPr lang="en-US" altLang="en-US"/>
          </a:p>
        </p:txBody>
      </p:sp>
    </p:spTree>
    <p:extLst>
      <p:ext uri="{BB962C8B-B14F-4D97-AF65-F5344CB8AC3E}">
        <p14:creationId xmlns:p14="http://schemas.microsoft.com/office/powerpoint/2010/main" val="2888690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27070E-72B9-0DA9-7C1F-2E16276451AF}"/>
              </a:ext>
            </a:extLst>
          </p:cNvPr>
          <p:cNvSpPr>
            <a:spLocks noGrp="1"/>
          </p:cNvSpPr>
          <p:nvPr>
            <p:ph type="title" orient="vert"/>
          </p:nvPr>
        </p:nvSpPr>
        <p:spPr>
          <a:xfrm>
            <a:off x="7305675" y="301625"/>
            <a:ext cx="2266950" cy="58499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D48D47-25A1-4C3B-04EA-A1A424D8CE52}"/>
              </a:ext>
            </a:extLst>
          </p:cNvPr>
          <p:cNvSpPr>
            <a:spLocks noGrp="1"/>
          </p:cNvSpPr>
          <p:nvPr>
            <p:ph type="body" orient="vert" idx="1"/>
          </p:nvPr>
        </p:nvSpPr>
        <p:spPr>
          <a:xfrm>
            <a:off x="503238" y="301625"/>
            <a:ext cx="6650037" cy="58499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B11215-017D-D407-905A-ED61576249FB}"/>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7C80A75-3A3A-59DD-8306-B95EBE99A808}"/>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E87BC05-F4DE-0671-A367-5391C6BAFE74}"/>
              </a:ext>
            </a:extLst>
          </p:cNvPr>
          <p:cNvSpPr>
            <a:spLocks noGrp="1"/>
          </p:cNvSpPr>
          <p:nvPr>
            <p:ph type="sldNum" idx="12"/>
          </p:nvPr>
        </p:nvSpPr>
        <p:spPr/>
        <p:txBody>
          <a:bodyPr/>
          <a:lstStyle>
            <a:lvl1pPr>
              <a:defRPr/>
            </a:lvl1pPr>
          </a:lstStyle>
          <a:p>
            <a:fld id="{F5588A04-B2AE-4208-B84F-5E4089B08FEA}" type="slidenum">
              <a:rPr lang="en-US" altLang="en-US"/>
              <a:pPr/>
              <a:t>‹#›</a:t>
            </a:fld>
            <a:endParaRPr lang="en-US" altLang="en-US"/>
          </a:p>
        </p:txBody>
      </p:sp>
    </p:spTree>
    <p:extLst>
      <p:ext uri="{BB962C8B-B14F-4D97-AF65-F5344CB8AC3E}">
        <p14:creationId xmlns:p14="http://schemas.microsoft.com/office/powerpoint/2010/main" val="2742783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1B9AC-D29A-E21F-24AD-BEE4DA43933F}"/>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948AA7-6CF0-F0B2-BA21-7785521892E8}"/>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1CFA7A-E64F-A052-E6FD-C8290A61D7D0}"/>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131EA0D-C6CF-DCAC-0ED4-C4A231883E40}"/>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BD22F17-F6B7-360E-501D-BAEDA1843167}"/>
              </a:ext>
            </a:extLst>
          </p:cNvPr>
          <p:cNvSpPr>
            <a:spLocks noGrp="1"/>
          </p:cNvSpPr>
          <p:nvPr>
            <p:ph type="sldNum" idx="12"/>
          </p:nvPr>
        </p:nvSpPr>
        <p:spPr/>
        <p:txBody>
          <a:bodyPr/>
          <a:lstStyle>
            <a:lvl1pPr>
              <a:defRPr/>
            </a:lvl1pPr>
          </a:lstStyle>
          <a:p>
            <a:fld id="{2FA97E19-ED19-4FFF-ABF9-660F8293E8E4}" type="slidenum">
              <a:rPr lang="en-US" altLang="en-US"/>
              <a:pPr/>
              <a:t>‹#›</a:t>
            </a:fld>
            <a:endParaRPr lang="en-US" altLang="en-US"/>
          </a:p>
        </p:txBody>
      </p:sp>
    </p:spTree>
    <p:extLst>
      <p:ext uri="{BB962C8B-B14F-4D97-AF65-F5344CB8AC3E}">
        <p14:creationId xmlns:p14="http://schemas.microsoft.com/office/powerpoint/2010/main" val="3231056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37481-E9A3-B07C-31BC-4382E146B0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F67D67-1E86-7F53-518C-92E1F36CF4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D17BF2-F269-174B-64B8-2B2D19672A56}"/>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4A47998-1ED1-6D30-ADAD-A23722812987}"/>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E65D1656-D114-A1C8-A7C6-4BCEF198B308}"/>
              </a:ext>
            </a:extLst>
          </p:cNvPr>
          <p:cNvSpPr>
            <a:spLocks noGrp="1"/>
          </p:cNvSpPr>
          <p:nvPr>
            <p:ph type="sldNum" idx="12"/>
          </p:nvPr>
        </p:nvSpPr>
        <p:spPr/>
        <p:txBody>
          <a:bodyPr/>
          <a:lstStyle>
            <a:lvl1pPr>
              <a:defRPr/>
            </a:lvl1pPr>
          </a:lstStyle>
          <a:p>
            <a:fld id="{F8079E91-2F26-487E-948F-B63DF0D0E69B}" type="slidenum">
              <a:rPr lang="en-US" altLang="en-US"/>
              <a:pPr/>
              <a:t>‹#›</a:t>
            </a:fld>
            <a:endParaRPr lang="en-US" altLang="en-US"/>
          </a:p>
        </p:txBody>
      </p:sp>
    </p:spTree>
    <p:extLst>
      <p:ext uri="{BB962C8B-B14F-4D97-AF65-F5344CB8AC3E}">
        <p14:creationId xmlns:p14="http://schemas.microsoft.com/office/powerpoint/2010/main" val="1357485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23CFA-6DDD-68FA-1D79-8936F9BEF0F6}"/>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4D0DE4-8367-EAB5-4348-8C779E6404D8}"/>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E1F24CE8-EDDA-3359-C848-3A13E838DEAE}"/>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37A4587-2997-9CEA-3689-D69E92D9C1DA}"/>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C8F2FE8-1D05-DC57-7351-CD454E3A2821}"/>
              </a:ext>
            </a:extLst>
          </p:cNvPr>
          <p:cNvSpPr>
            <a:spLocks noGrp="1"/>
          </p:cNvSpPr>
          <p:nvPr>
            <p:ph type="sldNum" idx="12"/>
          </p:nvPr>
        </p:nvSpPr>
        <p:spPr/>
        <p:txBody>
          <a:bodyPr/>
          <a:lstStyle>
            <a:lvl1pPr>
              <a:defRPr/>
            </a:lvl1pPr>
          </a:lstStyle>
          <a:p>
            <a:fld id="{852C85E2-B72D-4800-B207-F1C763E407B3}" type="slidenum">
              <a:rPr lang="en-US" altLang="en-US"/>
              <a:pPr/>
              <a:t>‹#›</a:t>
            </a:fld>
            <a:endParaRPr lang="en-US" altLang="en-US"/>
          </a:p>
        </p:txBody>
      </p:sp>
    </p:spTree>
    <p:extLst>
      <p:ext uri="{BB962C8B-B14F-4D97-AF65-F5344CB8AC3E}">
        <p14:creationId xmlns:p14="http://schemas.microsoft.com/office/powerpoint/2010/main" val="4267382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573B-F42C-D3D4-E057-7A3747311F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96B6F6-9F56-5C53-1C25-151E78036D1B}"/>
              </a:ext>
            </a:extLst>
          </p:cNvPr>
          <p:cNvSpPr>
            <a:spLocks noGrp="1"/>
          </p:cNvSpPr>
          <p:nvPr>
            <p:ph sz="half" idx="1"/>
          </p:nvPr>
        </p:nvSpPr>
        <p:spPr>
          <a:xfrm>
            <a:off x="503238" y="180022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0AEB46-D0EA-E52F-C888-C92FAD2A0DA3}"/>
              </a:ext>
            </a:extLst>
          </p:cNvPr>
          <p:cNvSpPr>
            <a:spLocks noGrp="1"/>
          </p:cNvSpPr>
          <p:nvPr>
            <p:ph sz="half" idx="2"/>
          </p:nvPr>
        </p:nvSpPr>
        <p:spPr>
          <a:xfrm>
            <a:off x="5114925" y="1800225"/>
            <a:ext cx="4459288"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7DDA0E-E286-735D-8734-E4DAF8822537}"/>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DF5E8C5-FF78-EB0E-1C73-449F763D8E90}"/>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56581E0-BA5D-2F55-B0EE-8814C1BF196E}"/>
              </a:ext>
            </a:extLst>
          </p:cNvPr>
          <p:cNvSpPr>
            <a:spLocks noGrp="1"/>
          </p:cNvSpPr>
          <p:nvPr>
            <p:ph type="sldNum" idx="12"/>
          </p:nvPr>
        </p:nvSpPr>
        <p:spPr/>
        <p:txBody>
          <a:bodyPr/>
          <a:lstStyle>
            <a:lvl1pPr>
              <a:defRPr/>
            </a:lvl1pPr>
          </a:lstStyle>
          <a:p>
            <a:fld id="{A42244F4-004F-41B9-8638-2B6ABAE79E3B}" type="slidenum">
              <a:rPr lang="en-US" altLang="en-US"/>
              <a:pPr/>
              <a:t>‹#›</a:t>
            </a:fld>
            <a:endParaRPr lang="en-US" altLang="en-US"/>
          </a:p>
        </p:txBody>
      </p:sp>
    </p:spTree>
    <p:extLst>
      <p:ext uri="{BB962C8B-B14F-4D97-AF65-F5344CB8AC3E}">
        <p14:creationId xmlns:p14="http://schemas.microsoft.com/office/powerpoint/2010/main" val="2024275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4E154-E210-EDDD-031B-75F03273FB94}"/>
              </a:ext>
            </a:extLst>
          </p:cNvPr>
          <p:cNvSpPr>
            <a:spLocks noGrp="1"/>
          </p:cNvSpPr>
          <p:nvPr>
            <p:ph type="title"/>
          </p:nvPr>
        </p:nvSpPr>
        <p:spPr>
          <a:xfrm>
            <a:off x="693738" y="403225"/>
            <a:ext cx="8694737" cy="14605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F90FCD-83E8-EB09-0F85-D56F301E7973}"/>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CAEF02-A79B-5EFB-457C-E969692F7D73}"/>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44E910-571A-1A6D-8C91-EC1DEF62FAB4}"/>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1E046B-5C27-B052-FA13-A8587A24A3A9}"/>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61E75F-477E-C62B-2F51-83C121325CDB}"/>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1E2B14A8-1689-15D2-2420-B138ABDA478C}"/>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BA2C512E-A020-FAB1-0EE7-C3264E53A4B4}"/>
              </a:ext>
            </a:extLst>
          </p:cNvPr>
          <p:cNvSpPr>
            <a:spLocks noGrp="1"/>
          </p:cNvSpPr>
          <p:nvPr>
            <p:ph type="sldNum" idx="12"/>
          </p:nvPr>
        </p:nvSpPr>
        <p:spPr/>
        <p:txBody>
          <a:bodyPr/>
          <a:lstStyle>
            <a:lvl1pPr>
              <a:defRPr/>
            </a:lvl1pPr>
          </a:lstStyle>
          <a:p>
            <a:fld id="{87AF3A48-71CE-4E80-93B2-82BE6AF9DA60}" type="slidenum">
              <a:rPr lang="en-US" altLang="en-US"/>
              <a:pPr/>
              <a:t>‹#›</a:t>
            </a:fld>
            <a:endParaRPr lang="en-US" altLang="en-US"/>
          </a:p>
        </p:txBody>
      </p:sp>
    </p:spTree>
    <p:extLst>
      <p:ext uri="{BB962C8B-B14F-4D97-AF65-F5344CB8AC3E}">
        <p14:creationId xmlns:p14="http://schemas.microsoft.com/office/powerpoint/2010/main" val="3678314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5EA78-8999-1E1A-7F6D-EC967823F8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AF83B5-C5C2-1915-7E1B-E79338286AE5}"/>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9DDDB135-FA2C-18D3-186A-EADE21C6218A}"/>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CA82CCB-8FF0-9BEF-3D11-BB1BC8EAF26A}"/>
              </a:ext>
            </a:extLst>
          </p:cNvPr>
          <p:cNvSpPr>
            <a:spLocks noGrp="1"/>
          </p:cNvSpPr>
          <p:nvPr>
            <p:ph type="sldNum" idx="12"/>
          </p:nvPr>
        </p:nvSpPr>
        <p:spPr/>
        <p:txBody>
          <a:bodyPr/>
          <a:lstStyle>
            <a:lvl1pPr>
              <a:defRPr/>
            </a:lvl1pPr>
          </a:lstStyle>
          <a:p>
            <a:fld id="{F32117D8-332A-41E8-956B-736D45E708B6}" type="slidenum">
              <a:rPr lang="en-US" altLang="en-US"/>
              <a:pPr/>
              <a:t>‹#›</a:t>
            </a:fld>
            <a:endParaRPr lang="en-US" altLang="en-US"/>
          </a:p>
        </p:txBody>
      </p:sp>
    </p:spTree>
    <p:extLst>
      <p:ext uri="{BB962C8B-B14F-4D97-AF65-F5344CB8AC3E}">
        <p14:creationId xmlns:p14="http://schemas.microsoft.com/office/powerpoint/2010/main" val="8300242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EB15E-4BE5-F7D1-4091-65A93E30427B}"/>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E412E1C1-266B-16D2-F950-AFD9B5BF0B1D}"/>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BE472232-D816-7F73-8550-D213B60D953A}"/>
              </a:ext>
            </a:extLst>
          </p:cNvPr>
          <p:cNvSpPr>
            <a:spLocks noGrp="1"/>
          </p:cNvSpPr>
          <p:nvPr>
            <p:ph type="sldNum" idx="12"/>
          </p:nvPr>
        </p:nvSpPr>
        <p:spPr/>
        <p:txBody>
          <a:bodyPr/>
          <a:lstStyle>
            <a:lvl1pPr>
              <a:defRPr/>
            </a:lvl1pPr>
          </a:lstStyle>
          <a:p>
            <a:fld id="{0B2CAE4C-22A6-472B-A5D3-BF04E6B682D4}" type="slidenum">
              <a:rPr lang="en-US" altLang="en-US"/>
              <a:pPr/>
              <a:t>‹#›</a:t>
            </a:fld>
            <a:endParaRPr lang="en-US" altLang="en-US"/>
          </a:p>
        </p:txBody>
      </p:sp>
    </p:spTree>
    <p:extLst>
      <p:ext uri="{BB962C8B-B14F-4D97-AF65-F5344CB8AC3E}">
        <p14:creationId xmlns:p14="http://schemas.microsoft.com/office/powerpoint/2010/main" val="12993274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000B-F4A9-FF9D-6DD1-830B8AE343F8}"/>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18D4AC-A539-2907-F334-E8D31EB23F28}"/>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4A4EFE-4D27-7B3C-2EE8-B1AFDB4AE09C}"/>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FB273A-6524-1AD9-309C-5741C4441A7F}"/>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048DE31-6A15-BE8E-F609-0AF5B68A8931}"/>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16D9FFE5-CDD5-E454-5A34-8A1ABE420135}"/>
              </a:ext>
            </a:extLst>
          </p:cNvPr>
          <p:cNvSpPr>
            <a:spLocks noGrp="1"/>
          </p:cNvSpPr>
          <p:nvPr>
            <p:ph type="sldNum" idx="12"/>
          </p:nvPr>
        </p:nvSpPr>
        <p:spPr/>
        <p:txBody>
          <a:bodyPr/>
          <a:lstStyle>
            <a:lvl1pPr>
              <a:defRPr/>
            </a:lvl1pPr>
          </a:lstStyle>
          <a:p>
            <a:fld id="{6EAA6971-A97E-416E-89B5-672AA8E1CF10}" type="slidenum">
              <a:rPr lang="en-US" altLang="en-US"/>
              <a:pPr/>
              <a:t>‹#›</a:t>
            </a:fld>
            <a:endParaRPr lang="en-US" altLang="en-US"/>
          </a:p>
        </p:txBody>
      </p:sp>
    </p:spTree>
    <p:extLst>
      <p:ext uri="{BB962C8B-B14F-4D97-AF65-F5344CB8AC3E}">
        <p14:creationId xmlns:p14="http://schemas.microsoft.com/office/powerpoint/2010/main" val="14342682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F09D3-1D83-0F10-1D04-F07E534ECE98}"/>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35CAA8-6CA4-63B5-4AF2-08E01326AC90}"/>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5695B3-CE00-289C-DE29-64BD7A73687E}"/>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15DFF-900E-B8F1-9984-8E00C29C71D7}"/>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416DF88-7107-242C-E1B0-360D80AB09C0}"/>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2DBE0C16-16F2-2443-AE8A-5497D8F946A3}"/>
              </a:ext>
            </a:extLst>
          </p:cNvPr>
          <p:cNvSpPr>
            <a:spLocks noGrp="1"/>
          </p:cNvSpPr>
          <p:nvPr>
            <p:ph type="sldNum" idx="12"/>
          </p:nvPr>
        </p:nvSpPr>
        <p:spPr/>
        <p:txBody>
          <a:bodyPr/>
          <a:lstStyle>
            <a:lvl1pPr>
              <a:defRPr/>
            </a:lvl1pPr>
          </a:lstStyle>
          <a:p>
            <a:fld id="{787F20D3-E0B1-43B8-96F0-C8D2F81C89E4}" type="slidenum">
              <a:rPr lang="en-US" altLang="en-US"/>
              <a:pPr/>
              <a:t>‹#›</a:t>
            </a:fld>
            <a:endParaRPr lang="en-US" altLang="en-US"/>
          </a:p>
        </p:txBody>
      </p:sp>
    </p:spTree>
    <p:extLst>
      <p:ext uri="{BB962C8B-B14F-4D97-AF65-F5344CB8AC3E}">
        <p14:creationId xmlns:p14="http://schemas.microsoft.com/office/powerpoint/2010/main" val="11654252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19A4-9A15-9984-9938-EC90DD4C8D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AEE5CD-B610-3B01-5189-E702D9EBBB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30B223-D700-6DB4-F854-43EE13C2A645}"/>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A64B5DB-BAA0-6A2A-0426-52B02D476697}"/>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D541BD2A-8E11-31E2-0FE5-DDF57590286D}"/>
              </a:ext>
            </a:extLst>
          </p:cNvPr>
          <p:cNvSpPr>
            <a:spLocks noGrp="1"/>
          </p:cNvSpPr>
          <p:nvPr>
            <p:ph type="sldNum" idx="12"/>
          </p:nvPr>
        </p:nvSpPr>
        <p:spPr/>
        <p:txBody>
          <a:bodyPr/>
          <a:lstStyle>
            <a:lvl1pPr>
              <a:defRPr/>
            </a:lvl1pPr>
          </a:lstStyle>
          <a:p>
            <a:fld id="{FCD9C598-2241-4606-81BA-56CDE9257B2D}" type="slidenum">
              <a:rPr lang="en-US" altLang="en-US"/>
              <a:pPr/>
              <a:t>‹#›</a:t>
            </a:fld>
            <a:endParaRPr lang="en-US" altLang="en-US"/>
          </a:p>
        </p:txBody>
      </p:sp>
    </p:spTree>
    <p:extLst>
      <p:ext uri="{BB962C8B-B14F-4D97-AF65-F5344CB8AC3E}">
        <p14:creationId xmlns:p14="http://schemas.microsoft.com/office/powerpoint/2010/main" val="8758986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02BC5E-B723-1155-6D19-84F2785FF724}"/>
              </a:ext>
            </a:extLst>
          </p:cNvPr>
          <p:cNvSpPr>
            <a:spLocks noGrp="1"/>
          </p:cNvSpPr>
          <p:nvPr>
            <p:ph type="title" orient="vert"/>
          </p:nvPr>
        </p:nvSpPr>
        <p:spPr>
          <a:xfrm>
            <a:off x="7307263" y="576263"/>
            <a:ext cx="2266950" cy="56070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2E8ACA-A62B-7332-3513-4452970356AD}"/>
              </a:ext>
            </a:extLst>
          </p:cNvPr>
          <p:cNvSpPr>
            <a:spLocks noGrp="1"/>
          </p:cNvSpPr>
          <p:nvPr>
            <p:ph type="body" orient="vert" idx="1"/>
          </p:nvPr>
        </p:nvSpPr>
        <p:spPr>
          <a:xfrm>
            <a:off x="503238" y="576263"/>
            <a:ext cx="6651625" cy="5607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73E9D8-9753-73CC-521E-7D5508E7FF3B}"/>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0808341-1C69-FEE5-50C7-9D1329A57312}"/>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4F9DD18-0869-E39B-DAEF-FBE4F1525560}"/>
              </a:ext>
            </a:extLst>
          </p:cNvPr>
          <p:cNvSpPr>
            <a:spLocks noGrp="1"/>
          </p:cNvSpPr>
          <p:nvPr>
            <p:ph type="sldNum" idx="12"/>
          </p:nvPr>
        </p:nvSpPr>
        <p:spPr/>
        <p:txBody>
          <a:bodyPr/>
          <a:lstStyle>
            <a:lvl1pPr>
              <a:defRPr/>
            </a:lvl1pPr>
          </a:lstStyle>
          <a:p>
            <a:fld id="{02AC2B83-776B-4DF0-A5AB-FC8AA0463E39}" type="slidenum">
              <a:rPr lang="en-US" altLang="en-US"/>
              <a:pPr/>
              <a:t>‹#›</a:t>
            </a:fld>
            <a:endParaRPr lang="en-US" altLang="en-US"/>
          </a:p>
        </p:txBody>
      </p:sp>
    </p:spTree>
    <p:extLst>
      <p:ext uri="{BB962C8B-B14F-4D97-AF65-F5344CB8AC3E}">
        <p14:creationId xmlns:p14="http://schemas.microsoft.com/office/powerpoint/2010/main" val="10231743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1A91D-D689-8637-E7A1-1485EEC6DB0D}"/>
              </a:ext>
            </a:extLst>
          </p:cNvPr>
          <p:cNvSpPr>
            <a:spLocks noGrp="1"/>
          </p:cNvSpPr>
          <p:nvPr>
            <p:ph type="title"/>
          </p:nvPr>
        </p:nvSpPr>
        <p:spPr>
          <a:xfrm>
            <a:off x="503238" y="576263"/>
            <a:ext cx="7197725" cy="719137"/>
          </a:xfrm>
        </p:spPr>
        <p:txBody>
          <a:bodyPr/>
          <a:lstStyle/>
          <a:p>
            <a:r>
              <a:rPr lang="en-US"/>
              <a:t>Click to edit Master title style</a:t>
            </a:r>
          </a:p>
        </p:txBody>
      </p:sp>
      <p:sp>
        <p:nvSpPr>
          <p:cNvPr id="3" name="Date Placeholder 2">
            <a:extLst>
              <a:ext uri="{FF2B5EF4-FFF2-40B4-BE49-F238E27FC236}">
                <a16:creationId xmlns:a16="http://schemas.microsoft.com/office/drawing/2014/main" id="{72278CD3-1789-FD0E-53EC-E62539834E2F}"/>
              </a:ext>
            </a:extLst>
          </p:cNvPr>
          <p:cNvSpPr>
            <a:spLocks noGrp="1"/>
          </p:cNvSpPr>
          <p:nvPr>
            <p:ph type="dt" idx="10"/>
          </p:nvPr>
        </p:nvSpPr>
        <p:spPr>
          <a:xfrm>
            <a:off x="503238" y="6886575"/>
            <a:ext cx="2346325" cy="519113"/>
          </a:xfrm>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B5BE09E9-AF40-CF1C-3B03-A621F0223F17}"/>
              </a:ext>
            </a:extLst>
          </p:cNvPr>
          <p:cNvSpPr>
            <a:spLocks noGrp="1"/>
          </p:cNvSpPr>
          <p:nvPr>
            <p:ph type="ftr" idx="11"/>
          </p:nvPr>
        </p:nvSpPr>
        <p:spPr>
          <a:xfrm>
            <a:off x="3448050" y="6886575"/>
            <a:ext cx="3194050" cy="519113"/>
          </a:xfrm>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5AC311F-9F15-8819-B925-B8DD33B55D33}"/>
              </a:ext>
            </a:extLst>
          </p:cNvPr>
          <p:cNvSpPr>
            <a:spLocks noGrp="1"/>
          </p:cNvSpPr>
          <p:nvPr>
            <p:ph type="sldNum" idx="12"/>
          </p:nvPr>
        </p:nvSpPr>
        <p:spPr>
          <a:xfrm>
            <a:off x="7226300" y="6886575"/>
            <a:ext cx="2346325" cy="519113"/>
          </a:xfrm>
        </p:spPr>
        <p:txBody>
          <a:bodyPr/>
          <a:lstStyle>
            <a:lvl1pPr>
              <a:defRPr/>
            </a:lvl1pPr>
          </a:lstStyle>
          <a:p>
            <a:fld id="{BD118D27-5514-43F9-8D5F-EB330F596597}" type="slidenum">
              <a:rPr lang="en-US" altLang="en-US"/>
              <a:pPr/>
              <a:t>‹#›</a:t>
            </a:fld>
            <a:endParaRPr lang="en-US" altLang="en-US"/>
          </a:p>
        </p:txBody>
      </p:sp>
    </p:spTree>
    <p:extLst>
      <p:ext uri="{BB962C8B-B14F-4D97-AF65-F5344CB8AC3E}">
        <p14:creationId xmlns:p14="http://schemas.microsoft.com/office/powerpoint/2010/main" val="2299039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E0E6FE45-7AE0-C75F-4709-B4CC4502C570}"/>
              </a:ext>
            </a:extLst>
          </p:cNvPr>
          <p:cNvSpPr>
            <a:spLocks noGrp="1" noChangeArrowheads="1"/>
          </p:cNvSpPr>
          <p:nvPr>
            <p:ph type="title"/>
          </p:nvPr>
        </p:nvSpPr>
        <p:spPr bwMode="auto">
          <a:xfrm>
            <a:off x="503238" y="301625"/>
            <a:ext cx="90693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6" name="Rectangle 2">
            <a:extLst>
              <a:ext uri="{FF2B5EF4-FFF2-40B4-BE49-F238E27FC236}">
                <a16:creationId xmlns:a16="http://schemas.microsoft.com/office/drawing/2014/main" id="{71BD0D29-B020-ACC0-6442-F5D68D03BAAC}"/>
              </a:ext>
            </a:extLst>
          </p:cNvPr>
          <p:cNvSpPr>
            <a:spLocks noGrp="1" noChangeArrowheads="1"/>
          </p:cNvSpPr>
          <p:nvPr>
            <p:ph type="body" idx="1"/>
          </p:nvPr>
        </p:nvSpPr>
        <p:spPr bwMode="auto">
          <a:xfrm>
            <a:off x="503238" y="1768475"/>
            <a:ext cx="9069387"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192"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7" name="Rectangle 3">
            <a:extLst>
              <a:ext uri="{FF2B5EF4-FFF2-40B4-BE49-F238E27FC236}">
                <a16:creationId xmlns:a16="http://schemas.microsoft.com/office/drawing/2014/main" id="{D5B25D9C-7AAF-BD0B-D457-BB11D16DE047}"/>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8" name="Rectangle 4">
            <a:extLst>
              <a:ext uri="{FF2B5EF4-FFF2-40B4-BE49-F238E27FC236}">
                <a16:creationId xmlns:a16="http://schemas.microsoft.com/office/drawing/2014/main" id="{68003CAD-7F74-7FC5-47CC-C073F39C1F02}"/>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9" name="Rectangle 5">
            <a:extLst>
              <a:ext uri="{FF2B5EF4-FFF2-40B4-BE49-F238E27FC236}">
                <a16:creationId xmlns:a16="http://schemas.microsoft.com/office/drawing/2014/main" id="{3FC61526-D9F0-A94E-0774-97B24D4BA559}"/>
              </a:ext>
            </a:extLst>
          </p:cNvPr>
          <p:cNvSpPr>
            <a:spLocks noGrp="1" noChangeArrowheads="1"/>
          </p:cNvSpPr>
          <p:nvPr>
            <p:ph type="sldNum"/>
          </p:nvPr>
        </p:nvSpPr>
        <p:spPr bwMode="auto">
          <a:xfrm>
            <a:off x="722788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DBECD0F8-B6D8-49A4-BF6C-F1385823FF5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2pPr>
      <a:lvl3pPr marL="1143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3pPr>
      <a:lvl4pPr marL="1600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4pPr>
      <a:lvl5pPr marL="20574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5pPr>
      <a:lvl6pPr marL="25146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6pPr>
      <a:lvl7pPr marL="29718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7pPr>
      <a:lvl8pPr marL="3429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8pPr>
      <a:lvl9pPr marL="3886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5A169320-A986-26DC-5E68-4E51DE7CE0E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079038" cy="75596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0" name="Rectangle 2">
            <a:extLst>
              <a:ext uri="{FF2B5EF4-FFF2-40B4-BE49-F238E27FC236}">
                <a16:creationId xmlns:a16="http://schemas.microsoft.com/office/drawing/2014/main" id="{7BED0924-1609-6E71-CF01-9BF913DF305E}"/>
              </a:ext>
            </a:extLst>
          </p:cNvPr>
          <p:cNvSpPr>
            <a:spLocks noGrp="1" noChangeArrowheads="1"/>
          </p:cNvSpPr>
          <p:nvPr>
            <p:ph type="title"/>
          </p:nvPr>
        </p:nvSpPr>
        <p:spPr bwMode="auto">
          <a:xfrm>
            <a:off x="503238" y="576263"/>
            <a:ext cx="7197725"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2051" name="Rectangle 3">
            <a:extLst>
              <a:ext uri="{FF2B5EF4-FFF2-40B4-BE49-F238E27FC236}">
                <a16:creationId xmlns:a16="http://schemas.microsoft.com/office/drawing/2014/main" id="{01895906-BC4C-4844-EF3D-FD4167E476E6}"/>
              </a:ext>
            </a:extLst>
          </p:cNvPr>
          <p:cNvSpPr>
            <a:spLocks noGrp="1" noChangeArrowheads="1"/>
          </p:cNvSpPr>
          <p:nvPr>
            <p:ph type="body" idx="1"/>
          </p:nvPr>
        </p:nvSpPr>
        <p:spPr bwMode="auto">
          <a:xfrm>
            <a:off x="503238" y="1800225"/>
            <a:ext cx="9070975"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656"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2052" name="Rectangle 4">
            <a:extLst>
              <a:ext uri="{FF2B5EF4-FFF2-40B4-BE49-F238E27FC236}">
                <a16:creationId xmlns:a16="http://schemas.microsoft.com/office/drawing/2014/main" id="{004AE628-5DC8-B9BE-7F00-50C48E489869}"/>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3" name="Rectangle 5">
            <a:extLst>
              <a:ext uri="{FF2B5EF4-FFF2-40B4-BE49-F238E27FC236}">
                <a16:creationId xmlns:a16="http://schemas.microsoft.com/office/drawing/2014/main" id="{24B02BE2-607F-E778-F24C-493FED207B9A}"/>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4" name="Rectangle 6">
            <a:extLst>
              <a:ext uri="{FF2B5EF4-FFF2-40B4-BE49-F238E27FC236}">
                <a16:creationId xmlns:a16="http://schemas.microsoft.com/office/drawing/2014/main" id="{700B4187-3BF1-1032-2045-1B8895D83159}"/>
              </a:ext>
            </a:extLst>
          </p:cNvPr>
          <p:cNvSpPr>
            <a:spLocks noGrp="1" noChangeArrowheads="1"/>
          </p:cNvSpPr>
          <p:nvPr>
            <p:ph type="sldNum"/>
          </p:nvPr>
        </p:nvSpPr>
        <p:spPr bwMode="auto">
          <a:xfrm>
            <a:off x="7226300"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41A75C71-470A-4A42-9C86-A537C037379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kern="1200">
          <a:solidFill>
            <a:srgbClr val="000000"/>
          </a:solidFill>
          <a:latin typeface="+mj-lt"/>
          <a:ea typeface="+mj-ea"/>
          <a:cs typeface="+mj-cs"/>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5pPr>
      <a:lvl6pPr marL="25146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6pPr>
      <a:lvl7pPr marL="29718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7pPr>
      <a:lvl8pPr marL="3429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8pPr>
      <a:lvl9pPr marL="3886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26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6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6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6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a:extLst>
              <a:ext uri="{FF2B5EF4-FFF2-40B4-BE49-F238E27FC236}">
                <a16:creationId xmlns:a16="http://schemas.microsoft.com/office/drawing/2014/main" id="{261BA16E-4A83-00DF-3538-7518415EF7B5}"/>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Lorem ipsum</a:t>
            </a:r>
          </a:p>
        </p:txBody>
      </p:sp>
      <p:sp>
        <p:nvSpPr>
          <p:cNvPr id="4098" name="Rectangle 2">
            <a:extLst>
              <a:ext uri="{FF2B5EF4-FFF2-40B4-BE49-F238E27FC236}">
                <a16:creationId xmlns:a16="http://schemas.microsoft.com/office/drawing/2014/main" id="{317215A3-47F2-FFCC-A085-1BCC5D4C8139}"/>
              </a:ext>
            </a:extLst>
          </p:cNvPr>
          <p:cNvSpPr>
            <a:spLocks noGrp="1" noChangeArrowheads="1"/>
          </p:cNvSpPr>
          <p:nvPr>
            <p:ph type="subTitle" idx="4294967295"/>
          </p:nvPr>
        </p:nvSpPr>
        <p:spPr bwMode="auto">
          <a:xfrm>
            <a:off x="503238" y="1800225"/>
            <a:ext cx="9072562" cy="4384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1340" rIns="0" bIns="0" anchor="ctr"/>
          <a:lstStyle/>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p:txBody>
      </p:sp>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09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409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0BAC1457-B1C4-1599-AF44-14ED8EF81E30}"/>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Chart</a:t>
            </a:r>
          </a:p>
        </p:txBody>
      </p:sp>
      <p:graphicFrame>
        <p:nvGraphicFramePr>
          <p:cNvPr id="5122" name="Object 2">
            <a:extLst>
              <a:ext uri="{FF2B5EF4-FFF2-40B4-BE49-F238E27FC236}">
                <a16:creationId xmlns:a16="http://schemas.microsoft.com/office/drawing/2014/main" id="{98A27F0A-2806-FB91-958F-D570C97C13DE}"/>
              </a:ext>
            </a:extLst>
          </p:cNvPr>
          <p:cNvGraphicFramePr>
            <a:graphicFrameLocks noChangeAspect="1"/>
          </p:cNvGraphicFramePr>
          <p:nvPr/>
        </p:nvGraphicFramePr>
        <p:xfrm>
          <a:off x="1693863" y="2487613"/>
          <a:ext cx="6865937" cy="3598862"/>
        </p:xfrm>
        <a:graphic>
          <a:graphicData uri="http://schemas.openxmlformats.org/presentationml/2006/ole">
            <mc:AlternateContent xmlns:mc="http://schemas.openxmlformats.org/markup-compatibility/2006">
              <mc:Choice xmlns:v="urn:schemas-microsoft-com:vml" Requires="v">
                <p:oleObj r:id="rId3" imgW="6866280" imgH="3598920" progId="">
                  <p:embed/>
                </p:oleObj>
              </mc:Choice>
              <mc:Fallback>
                <p:oleObj r:id="rId3" imgW="6866280" imgH="359892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3863" y="2487613"/>
                        <a:ext cx="6865937" cy="3598862"/>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51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F9852ACE-4139-0E44-0ED5-1AC5EFE8BD72}"/>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Table</a:t>
            </a:r>
          </a:p>
        </p:txBody>
      </p:sp>
      <p:graphicFrame>
        <p:nvGraphicFramePr>
          <p:cNvPr id="6146" name="Group 2">
            <a:extLst>
              <a:ext uri="{FF2B5EF4-FFF2-40B4-BE49-F238E27FC236}">
                <a16:creationId xmlns:a16="http://schemas.microsoft.com/office/drawing/2014/main" id="{9218BD0B-96A6-C403-0230-BAFA900D1584}"/>
              </a:ext>
            </a:extLst>
          </p:cNvPr>
          <p:cNvGraphicFramePr>
            <a:graphicFrameLocks noGrp="1"/>
          </p:cNvGraphicFramePr>
          <p:nvPr/>
        </p:nvGraphicFramePr>
        <p:xfrm>
          <a:off x="503238" y="1800225"/>
          <a:ext cx="9074150" cy="3398838"/>
        </p:xfrm>
        <a:graphic>
          <a:graphicData uri="http://schemas.openxmlformats.org/drawingml/2006/table">
            <a:tbl>
              <a:tblPr/>
              <a:tblGrid>
                <a:gridCol w="1814512">
                  <a:extLst>
                    <a:ext uri="{9D8B030D-6E8A-4147-A177-3AD203B41FA5}">
                      <a16:colId xmlns:a16="http://schemas.microsoft.com/office/drawing/2014/main" val="2333481186"/>
                    </a:ext>
                  </a:extLst>
                </a:gridCol>
                <a:gridCol w="1814513">
                  <a:extLst>
                    <a:ext uri="{9D8B030D-6E8A-4147-A177-3AD203B41FA5}">
                      <a16:colId xmlns:a16="http://schemas.microsoft.com/office/drawing/2014/main" val="435421777"/>
                    </a:ext>
                  </a:extLst>
                </a:gridCol>
                <a:gridCol w="1816100">
                  <a:extLst>
                    <a:ext uri="{9D8B030D-6E8A-4147-A177-3AD203B41FA5}">
                      <a16:colId xmlns:a16="http://schemas.microsoft.com/office/drawing/2014/main" val="440497464"/>
                    </a:ext>
                  </a:extLst>
                </a:gridCol>
                <a:gridCol w="1814512">
                  <a:extLst>
                    <a:ext uri="{9D8B030D-6E8A-4147-A177-3AD203B41FA5}">
                      <a16:colId xmlns:a16="http://schemas.microsoft.com/office/drawing/2014/main" val="4233763668"/>
                    </a:ext>
                  </a:extLst>
                </a:gridCol>
                <a:gridCol w="1814513">
                  <a:extLst>
                    <a:ext uri="{9D8B030D-6E8A-4147-A177-3AD203B41FA5}">
                      <a16:colId xmlns:a16="http://schemas.microsoft.com/office/drawing/2014/main" val="2716713327"/>
                    </a:ext>
                  </a:extLst>
                </a:gridCol>
              </a:tblGrid>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rPr>
                        <a:t>Column 1</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2</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3</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4</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5</a:t>
                      </a:r>
                    </a:p>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2400" b="0" i="0" u="none" strike="noStrike" cap="none" normalizeH="0" baseline="0">
                        <a:ln>
                          <a:noFill/>
                        </a:ln>
                        <a:solidFill>
                          <a:srgbClr val="000000"/>
                        </a:solidFill>
                        <a:effectLst/>
                        <a:latin typeface="Times New Roman" panose="02020603050405020304" pitchFamily="18" charset="0"/>
                        <a:cs typeface="DejaVu Sans"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624006142"/>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2675429779"/>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587425741"/>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3145685991"/>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67193702"/>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3766764523"/>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430081123"/>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3484966404"/>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674417061"/>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2065002364"/>
                  </a:ext>
                </a:extLst>
              </a:tr>
            </a:tbl>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614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Droid Sans Fallback"/>
      </a:majorFont>
      <a:minorFont>
        <a:latin typeface="Arial"/>
        <a:ea typeface=""/>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WenQuanYi Zen Hei"/>
      </a:majorFont>
      <a:minorFont>
        <a:latin typeface="Arial"/>
        <a:ea typeface=""/>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231</Words>
  <Application>Microsoft Office PowerPoint</Application>
  <PresentationFormat>Custom</PresentationFormat>
  <Paragraphs>14</Paragraphs>
  <Slides>3</Slides>
  <Notes>3</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0</vt:i4>
      </vt:variant>
      <vt:variant>
        <vt:lpstr>Slide Titles</vt:lpstr>
      </vt:variant>
      <vt:variant>
        <vt:i4>3</vt:i4>
      </vt:variant>
    </vt:vector>
  </HeadingPairs>
  <TitlesOfParts>
    <vt:vector size="10" baseType="lpstr">
      <vt:lpstr>Times New Roman</vt:lpstr>
      <vt:lpstr>Arial</vt:lpstr>
      <vt:lpstr>Droid Sans Fallback</vt:lpstr>
      <vt:lpstr>WenQuanYi Zen Hei</vt:lpstr>
      <vt:lpstr>DejaVu Sans</vt:lpstr>
      <vt:lpstr>Office Theme</vt:lpstr>
      <vt:lpstr>Office Theme</vt:lpstr>
      <vt:lpstr>Lorem ipsum</vt:lpstr>
      <vt:lpstr>Chart</vt:lpstr>
      <vt:lpstr>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Adam</dc:creator>
  <cp:keywords/>
  <dc:description/>
  <cp:lastModifiedBy>Adam Fisher</cp:lastModifiedBy>
  <cp:revision>1</cp:revision>
  <cp:lastPrinted>1601-01-01T00:00:00Z</cp:lastPrinted>
  <dcterms:created xsi:type="dcterms:W3CDTF">2017-08-10T19:58:16Z</dcterms:created>
  <dcterms:modified xsi:type="dcterms:W3CDTF">2026-03-02T00:45:48Z</dcterms:modified>
</cp:coreProperties>
</file>